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explain a focused proof of concept, not a claim of complete AAP SQL Server support. The service database, dispatcherd broker database, and AWX-shaped fixture are separate SQL Server databases. Source: metrics-service docs/sqlserver-poc.md and settings.local.mssql.example.py.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reported in the working session: both job_host_summary_service and job_host_summary tasks completed through the API and wrote analytics payload rows. The most recent focused verification included 6 DB-backed endpoint/subprocess cases and 41 dispatcherd/query compatibility tests. This does not claim the entire production support matrix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Mermaid source is adjacent to this deck. Flow: metrics-service publishes a task; dispatcherd persists and claims the message in its own database; the worker runs the service handler; metrics-utility reads the AWX alias and returns rows; metrics-service stores its results in its own schema. DAB is a Django dependency supporting service-side RBAC/resource-registry schema compatibility.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Django Ansible Base (DAB) is a library used by metrics-service; it does not connect to AWX. The SQL Server support in metrics-utility is intentionally limited to the two host-summary collectors exercised by the fixture. Existing PostgreSQL broker support remains in dispatcherd.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settings map metrics-service default to metrics_service_poc, AWX to metrics_awx_poc, and dispatcherd to the independent dispatcherd database. The fixture includes JSON and YAML host variables so the legacy collector exercises both T-SQL helper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fixture deliberately covers a minimal subset of the AWX schema. Only the two job-host-summary collectors are claimed as SQL Server-capable here. Broader collector migration and the other AAP components are not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Long-term direction discussed: preserve PostgreSQL migration history and add backend-specific migrations rather than rewriting the shipped path. Extend support to AWX/Controller and other AAP components systematically.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E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E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109728" cy="10972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3703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BFC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SPRINT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612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Service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Microsoft SQL Server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29992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4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proof across application data, task dispatch, and Controller collection.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4944" y="4160520"/>
            <a:ext cx="1645920" cy="347472"/>
          </a:xfrm>
          <a:prstGeom prst="roundRect">
            <a:avLst>
              <a:gd name="adj" fmla="val 31579"/>
            </a:avLst>
          </a:prstGeom>
          <a:solidFill>
            <a:srgbClr val="333638"/>
          </a:solidFill>
          <a:ln w="12700">
            <a:solidFill>
              <a:srgbClr val="33363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4169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2022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4160520"/>
            <a:ext cx="2057400" cy="347472"/>
          </a:xfrm>
          <a:prstGeom prst="roundRect">
            <a:avLst>
              <a:gd name="adj" fmla="val 31579"/>
            </a:avLst>
          </a:prstGeom>
          <a:solidFill>
            <a:srgbClr val="333638"/>
          </a:solidFill>
          <a:ln w="12700">
            <a:solidFill>
              <a:srgbClr val="3336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41696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PYODBC + ODBC 18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61722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FC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sprint demo  |  14 October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88352" y="868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FC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SQL SERVER DATABASES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325880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222526"/>
          </a:solidFill>
          <a:ln w="11430">
            <a:solidFill>
              <a:srgbClr val="4145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1504" y="1527048"/>
            <a:ext cx="384048" cy="384048"/>
          </a:xfrm>
          <a:prstGeom prst="ellipse">
            <a:avLst/>
          </a:prstGeom>
          <a:solidFill>
            <a:srgbClr val="50565A"/>
          </a:solidFill>
          <a:ln w="12700">
            <a:solidFill>
              <a:srgbClr val="50565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1504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46136" y="1463040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metrics_service_poc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46136" y="1810512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1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state and collected results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315200" y="2569464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222526"/>
          </a:solidFill>
          <a:ln w="11430">
            <a:solidFill>
              <a:srgbClr val="4145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2770632"/>
            <a:ext cx="384048" cy="38404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6136" y="2706624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46136" y="3054096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1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messages in a SQL table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315200" y="3813048"/>
            <a:ext cx="4160520" cy="896112"/>
          </a:xfrm>
          <a:prstGeom prst="roundRect">
            <a:avLst>
              <a:gd name="adj" fmla="val 12245"/>
            </a:avLst>
          </a:prstGeom>
          <a:solidFill>
            <a:srgbClr val="222526"/>
          </a:solidFill>
          <a:ln w="11430">
            <a:solidFill>
              <a:srgbClr val="4145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61504" y="4014216"/>
            <a:ext cx="384048" cy="384048"/>
          </a:xfrm>
          <a:prstGeom prst="ellipse">
            <a:avLst/>
          </a:prstGeom>
          <a:solidFill>
            <a:srgbClr val="50565A"/>
          </a:solidFill>
          <a:ln w="12700">
            <a:solidFill>
              <a:srgbClr val="5056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6136" y="3950208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metrics_awx_poc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46136" y="4297680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1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Controller-shaped source fixture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360920" y="537667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4D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remains the default; this PoC switches configured aliases to SQL Server.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109728" cy="10972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3703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SERVICE ON SQL SERVER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3504" y="70408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PoC demonstrated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scheduled task can cross the SQL Server broker and collect data from the AWX fixture.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" y="1783080"/>
            <a:ext cx="3246120" cy="4315968"/>
          </a:xfrm>
          <a:prstGeom prst="roundRect">
            <a:avLst>
              <a:gd name="adj" fmla="val 3380"/>
            </a:avLst>
          </a:prstGeom>
          <a:solidFill>
            <a:srgbClr val="242424"/>
          </a:solidFill>
          <a:ln w="11430">
            <a:solidFill>
              <a:srgbClr val="2424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76272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886968" y="3017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tasks completed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493008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0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through the task API and executed by the worker.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6968" y="4334256"/>
            <a:ext cx="2651760" cy="356616"/>
          </a:xfrm>
          <a:prstGeom prst="roundRect">
            <a:avLst>
              <a:gd name="adj" fmla="val 30769"/>
            </a:avLst>
          </a:prstGeom>
          <a:solidFill>
            <a:srgbClr val="3A3D3F"/>
          </a:solidFill>
          <a:ln w="12700">
            <a:solidFill>
              <a:srgbClr val="3A3D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4343400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job_host_summary_service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" y="4800600"/>
            <a:ext cx="2651760" cy="356616"/>
          </a:xfrm>
          <a:prstGeom prst="roundRect">
            <a:avLst>
              <a:gd name="adj" fmla="val 30769"/>
            </a:avLst>
          </a:prstGeom>
          <a:solidFill>
            <a:srgbClr val="3A3D3F"/>
          </a:solidFill>
          <a:ln w="12700">
            <a:solidFill>
              <a:srgbClr val="3A3D3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80974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job_host_summary (legacy)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6968" y="54315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0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produced service-side payload rows.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60520" y="1783080"/>
            <a:ext cx="233172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9933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4343400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databases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343400" y="29718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data, broker messages, AWX source fixture.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693408" y="1783080"/>
            <a:ext cx="233172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19933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6876288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paths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6876288" y="29718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service collector plus legacy collector.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226296" y="1783080"/>
            <a:ext cx="233172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9176" y="19933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9409176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checks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9409176" y="29718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SQL Server endpoint/subprocess + 41 query/config checks.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160520" y="3977640"/>
            <a:ext cx="7397496" cy="2121408"/>
          </a:xfrm>
          <a:prstGeom prst="roundRect">
            <a:avLst>
              <a:gd name="adj" fmla="val 5172"/>
            </a:avLst>
          </a:prstGeom>
          <a:solidFill>
            <a:srgbClr val="FFF0F0"/>
          </a:solidFill>
          <a:ln w="11430">
            <a:solidFill>
              <a:srgbClr val="F4D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424281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END-TO-END RESULT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34840" y="4608576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task status: completed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434840" y="514807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output persisted in metrics-service while SQL came from the AWX-shaped fixture.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3504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sprint demo | 14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E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109728" cy="10972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3703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SERVICE ON SQL SERVER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3504" y="70408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modified components fit together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broker database, service database, and AWX source database have separate responsibilities.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2011680" cy="932688"/>
          </a:xfrm>
          <a:prstGeom prst="roundRect">
            <a:avLst>
              <a:gd name="adj" fmla="val 11765"/>
            </a:avLst>
          </a:prstGeom>
          <a:solidFill>
            <a:srgbClr val="FFF0F0"/>
          </a:solidFill>
          <a:ln w="11430">
            <a:solidFill>
              <a:srgbClr val="F1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075688"/>
            <a:ext cx="384048" cy="38404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97864" y="20116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scheduler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97864" y="235915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or schedules collector tasks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3090672" y="1874520"/>
            <a:ext cx="201168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2075688"/>
            <a:ext cx="384048" cy="38404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21608" y="20116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21608" y="235915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table broker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5614416" y="1874520"/>
            <a:ext cx="201168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2075688"/>
            <a:ext cx="384048" cy="384048"/>
          </a:xfrm>
          <a:prstGeom prst="ellipse">
            <a:avLst/>
          </a:prstGeom>
          <a:solidFill>
            <a:srgbClr val="151515"/>
          </a:solidFill>
          <a:ln w="12700">
            <a:solidFill>
              <a:srgbClr val="15151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5352" y="20116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worker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5352" y="235915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metrics-service task handlers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8138160" y="1874520"/>
            <a:ext cx="201168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2075688"/>
            <a:ext cx="384048" cy="384048"/>
          </a:xfrm>
          <a:prstGeom prst="ellipse">
            <a:avLst/>
          </a:prstGeom>
          <a:solidFill>
            <a:srgbClr val="596168"/>
          </a:solidFill>
          <a:ln w="12700">
            <a:solidFill>
              <a:srgbClr val="59616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69096" y="20116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metrics-utility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769096" y="2359152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SQL collector returns rows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2596896" y="2340864"/>
            <a:ext cx="402336" cy="0"/>
          </a:xfrm>
          <a:prstGeom prst="line">
            <a:avLst/>
          </a:prstGeom>
          <a:noFill/>
          <a:ln w="2032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120640" y="2340864"/>
            <a:ext cx="402336" cy="0"/>
          </a:xfrm>
          <a:prstGeom prst="line">
            <a:avLst/>
          </a:prstGeom>
          <a:noFill/>
          <a:ln w="2032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44384" y="2340864"/>
            <a:ext cx="402336" cy="0"/>
          </a:xfrm>
          <a:prstGeom prst="line">
            <a:avLst/>
          </a:prstGeom>
          <a:noFill/>
          <a:ln w="2032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578608" y="1993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48072" y="1993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662672" y="1993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" y="3401568"/>
            <a:ext cx="11045952" cy="2514600"/>
          </a:xfrm>
          <a:prstGeom prst="roundRect">
            <a:avLst>
              <a:gd name="adj" fmla="val 4364"/>
            </a:avLst>
          </a:prstGeom>
          <a:solidFill>
            <a:srgbClr val="F5F6F7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360273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2022  |  THREE SEPARATE DATABASES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" y="4096512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2416" y="4297680"/>
            <a:ext cx="384048" cy="38404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527048" y="423367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metrics_service_poc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1527048" y="4581144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service state + payloads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DAB RBAC / registry schema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608576" y="4096512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297680"/>
            <a:ext cx="384048" cy="384048"/>
          </a:xfrm>
          <a:prstGeom prst="ellipse">
            <a:avLst/>
          </a:prstGeom>
          <a:solidFill>
            <a:srgbClr val="151515"/>
          </a:solidFill>
          <a:ln w="12700">
            <a:solidFill>
              <a:srgbClr val="151515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39512" y="423367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dispatcherd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5239512" y="4581144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dbo.dispatcherd_messages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handoff table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8321040" y="4096512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67344" y="4297680"/>
            <a:ext cx="384048" cy="384048"/>
          </a:xfrm>
          <a:prstGeom prst="ellipse">
            <a:avLst/>
          </a:prstGeom>
          <a:solidFill>
            <a:srgbClr val="596168"/>
          </a:solidFill>
          <a:ln w="12700">
            <a:solidFill>
              <a:srgbClr val="59616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67344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AWX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951976" y="423367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metrics_awx_poc</a:t>
            </a:r>
            <a:endParaRPr lang="en-US" sz="1320" dirty="0"/>
          </a:p>
        </p:txBody>
      </p:sp>
      <p:sp>
        <p:nvSpPr>
          <p:cNvPr id="48" name="Text 46"/>
          <p:cNvSpPr/>
          <p:nvPr/>
        </p:nvSpPr>
        <p:spPr>
          <a:xfrm>
            <a:off x="8951976" y="4581144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Eight-table AWX-shaped fixture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+ YAML host variables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096512" y="2816352"/>
            <a:ext cx="1389888" cy="1179576"/>
          </a:xfrm>
          <a:prstGeom prst="line">
            <a:avLst/>
          </a:prstGeom>
          <a:noFill/>
          <a:ln w="13970">
            <a:solidFill>
              <a:srgbClr val="5E6368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144000" y="2816352"/>
            <a:ext cx="566928" cy="1179576"/>
          </a:xfrm>
          <a:prstGeom prst="line">
            <a:avLst/>
          </a:prstGeom>
          <a:noFill/>
          <a:ln w="13970">
            <a:solidFill>
              <a:srgbClr val="5E6368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896112" y="539496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Django-managed state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08576" y="539496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worker use this alias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321040" y="539496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Collectors read this source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03504" y="614476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 source: metrics-service-mssql-poc-architecture.mmd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03504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sprint demo | Components are shown as code paths, not separate deployments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E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109728" cy="10972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3703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SERVICE ON SQL SERVER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3504" y="70408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each component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crosses four codebases; each one covers a different SQL Server boundary.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" y="1783080"/>
            <a:ext cx="537667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84248"/>
            <a:ext cx="347472" cy="347472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6736" y="19293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metrics-service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16736" y="225856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+ ORCHESTRATION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59536" y="260604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52374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Per-alias Django engine selection with mssql-django, pyodbc, and ODBC Driver 18.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859536" y="288036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79806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task locks/readiness and dashboard query compatibility.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59536" y="315468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07238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settings, AWX fixture, and SQL Server test settings.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859536" y="3465576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Productize backend selection and complete the migration path.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537667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1984248"/>
            <a:ext cx="347472" cy="347472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9293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912864" y="225856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TRANSPORT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455664" y="260604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52374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the sql_server table broker with message insert and atomic claim behavior.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6455664" y="288036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79806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dispatcherd database and setup.sql schema.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455664" y="315468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07238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Metrics-service config uses an independent broker connection.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6455664" y="3465576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Exercise delivery/recovery behavior under production failure modes.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603504" y="3977640"/>
            <a:ext cx="537667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178808"/>
            <a:ext cx="347472" cy="347472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16736" y="41239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metrics-utility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16736" y="445312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AWX DATA ACCESS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59536" y="480060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" y="471830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Collectors use the supplied raw database connection and hand rows back as DataFrames.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859536" y="507492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" y="499262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query path for job_host_summary_service and legacy job_host_summary.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859536" y="534924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272" y="526694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JSON/YAML helpers support legacy host-variable extraction.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859536" y="5660136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Port and validate the remaining Controller collectors.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6199632" y="3977640"/>
            <a:ext cx="537667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9088" y="4178808"/>
            <a:ext cx="347472" cy="347472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12864" y="41239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django-ansible-base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6912864" y="445312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SCHEMA DEPENDENCY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6455664" y="480060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471830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indexed RBAC/resource-registry strings for SQL Server key limits.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6455664" y="507492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499262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SQL Server handling for selected bulk-conflict writes.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6455664" y="5349240"/>
            <a:ext cx="68580" cy="6858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5266944"/>
            <a:ext cx="4672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schema/migration behavior needed by the service PoC.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6455664" y="5660136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Replace PoC history edits with a deliberate backend-specific migration strategy.</a:t>
            </a:r>
            <a:endParaRPr lang="en-US" sz="890" dirty="0"/>
          </a:p>
        </p:txBody>
      </p:sp>
      <p:sp>
        <p:nvSpPr>
          <p:cNvPr id="50" name="Text 48"/>
          <p:cNvSpPr/>
          <p:nvPr/>
        </p:nvSpPr>
        <p:spPr>
          <a:xfrm>
            <a:off x="603504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sprint demo | 14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E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109728" cy="10972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3703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SERVICE ON SQL SERVER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3504" y="70408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path: request to collected result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visible API task is the proof point; the SQL Server message table is the handoff.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" y="1874520"/>
            <a:ext cx="2587752" cy="3447288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112264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214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660904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3182112"/>
            <a:ext cx="2185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three SQL Server databases. Load the AWX-shaped fixture and apply service migrations.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68096" y="4443984"/>
            <a:ext cx="2258568" cy="612648"/>
          </a:xfrm>
          <a:prstGeom prst="roundRect">
            <a:avLst>
              <a:gd name="adj" fmla="val 17910"/>
            </a:avLst>
          </a:prstGeom>
          <a:solidFill>
            <a:srgbClr val="F5F6F7"/>
          </a:solidFill>
          <a:ln w="11430">
            <a:solidFill>
              <a:srgbClr val="EBE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56285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+ migrate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236976" y="3566160"/>
            <a:ext cx="173736" cy="0"/>
          </a:xfrm>
          <a:prstGeom prst="line">
            <a:avLst/>
          </a:prstGeom>
          <a:noFill/>
          <a:ln w="1651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47288" y="1874520"/>
            <a:ext cx="2587752" cy="3447288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8456" y="2112264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21214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48456" y="2660904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48456" y="3182112"/>
            <a:ext cx="2185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two collect_hourly_metrics tasks: the service collector and the legacy collector.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3611880" y="4443984"/>
            <a:ext cx="2258568" cy="612648"/>
          </a:xfrm>
          <a:prstGeom prst="roundRect">
            <a:avLst>
              <a:gd name="adj" fmla="val 17910"/>
            </a:avLst>
          </a:prstGeom>
          <a:solidFill>
            <a:srgbClr val="F5F6F7"/>
          </a:solidFill>
          <a:ln w="11430">
            <a:solidFill>
              <a:srgbClr val="EBED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456285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/api/v1/tasks/schedule_immediate/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080760" y="3566160"/>
            <a:ext cx="173736" cy="0"/>
          </a:xfrm>
          <a:prstGeom prst="line">
            <a:avLst/>
          </a:prstGeom>
          <a:noFill/>
          <a:ln w="1651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91072" y="1874520"/>
            <a:ext cx="2587752" cy="3447288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2112264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1214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2660904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+ read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92240" y="3182112"/>
            <a:ext cx="2185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dispatcherd stores and claims each task; the worker invokes metrics-utility SQL.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455664" y="4443984"/>
            <a:ext cx="2258568" cy="612648"/>
          </a:xfrm>
          <a:prstGeom prst="roundRect">
            <a:avLst>
              <a:gd name="adj" fmla="val 17910"/>
            </a:avLst>
          </a:prstGeom>
          <a:solidFill>
            <a:srgbClr val="F5F6F7"/>
          </a:solidFill>
          <a:ln w="11430">
            <a:solidFill>
              <a:srgbClr val="EBED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56285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table → AWX alias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924544" y="3566160"/>
            <a:ext cx="173736" cy="0"/>
          </a:xfrm>
          <a:prstGeom prst="line">
            <a:avLst/>
          </a:prstGeom>
          <a:noFill/>
          <a:ln w="1651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34856" y="1874520"/>
            <a:ext cx="2587752" cy="3447288"/>
          </a:xfrm>
          <a:prstGeom prst="roundRect">
            <a:avLst>
              <a:gd name="adj" fmla="val 4240"/>
            </a:avLst>
          </a:prstGeom>
          <a:solidFill>
            <a:srgbClr val="EAF5EE"/>
          </a:solidFill>
          <a:ln w="11430">
            <a:solidFill>
              <a:srgbClr val="CEE4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36024" y="2112264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237A45"/>
          </a:solidFill>
          <a:ln w="12700">
            <a:solidFill>
              <a:srgbClr val="237A4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7464" y="21214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36024" y="2660904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336024" y="3182112"/>
            <a:ext cx="2185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each task until completed; inspect the metrics-service payload rows.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9299448" y="4443984"/>
            <a:ext cx="2258568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1430">
            <a:solidFill>
              <a:srgbClr val="CEE4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09176" y="456285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3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+ persisted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58368" y="5632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types exercised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59152" y="5596128"/>
            <a:ext cx="2423160" cy="310896"/>
          </a:xfrm>
          <a:prstGeom prst="roundRect">
            <a:avLst>
              <a:gd name="adj" fmla="val 35294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5605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job_host_summary_service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56048" y="5596128"/>
            <a:ext cx="2423160" cy="310896"/>
          </a:xfrm>
          <a:prstGeom prst="roundRect">
            <a:avLst>
              <a:gd name="adj" fmla="val 35294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5605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job_host_summary (legacy)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03504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sprint demo | 14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E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109728" cy="10972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3703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SERVICE ON SQL SERVER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3504" y="70408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PoC does not cover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is intentionally narrow; it is not a claim of production-ready SQL Server support.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" y="1828800"/>
            <a:ext cx="537667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057400"/>
            <a:ext cx="384048" cy="384048"/>
          </a:xfrm>
          <a:prstGeom prst="ellipse">
            <a:avLst/>
          </a:prstGeom>
          <a:solidFill>
            <a:srgbClr val="151515"/>
          </a:solidFill>
          <a:ln w="12700">
            <a:solidFill>
              <a:srgbClr val="15151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0482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AWX schema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AWX database is an eight-table fixture, not a full schema conversion or a running AWX deployment.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0488" y="1828800"/>
            <a:ext cx="537667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057400"/>
            <a:ext cx="384048" cy="384048"/>
          </a:xfrm>
          <a:prstGeom prst="ellipse">
            <a:avLst/>
          </a:prstGeom>
          <a:solidFill>
            <a:srgbClr val="151515"/>
          </a:solidFill>
          <a:ln w="12700">
            <a:solidFill>
              <a:srgbClr val="15151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58584" y="20482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breadth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8584" y="25146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job_host_summary_service and legacy job_host_summary were exercised on SQL Server. Other collector SQL remains out of scope.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" y="3886200"/>
            <a:ext cx="537667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" y="4114800"/>
            <a:ext cx="384048" cy="384048"/>
          </a:xfrm>
          <a:prstGeom prst="ellipse">
            <a:avLst/>
          </a:prstGeom>
          <a:solidFill>
            <a:srgbClr val="151515"/>
          </a:solidFill>
          <a:ln w="12700">
            <a:solidFill>
              <a:srgbClr val="15151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105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coverage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5720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Controller, gateway, EDA, and other AAP services were not ported as part of this PoC.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90488" y="3886200"/>
            <a:ext cx="5376672" cy="1755648"/>
          </a:xfrm>
          <a:prstGeom prst="roundRect">
            <a:avLst>
              <a:gd name="adj" fmla="val 6250"/>
            </a:avLst>
          </a:prstGeom>
          <a:solidFill>
            <a:srgbClr val="FFF4D6"/>
          </a:solidFill>
          <a:ln w="11430">
            <a:solidFill>
              <a:srgbClr val="EAD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4114800"/>
            <a:ext cx="384048" cy="384048"/>
          </a:xfrm>
          <a:prstGeom prst="ellipse">
            <a:avLst/>
          </a:prstGeom>
          <a:solidFill>
            <a:srgbClr val="B77900"/>
          </a:solidFill>
          <a:ln w="12700">
            <a:solidFill>
              <a:srgbClr val="B779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58584" y="4105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+ operations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58584" y="45720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installer-wide backend selector, upgrade strategy, performance study, failover test, or production runbook.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6656" y="5989320"/>
            <a:ext cx="3017520" cy="320040"/>
          </a:xfrm>
          <a:prstGeom prst="roundRect">
            <a:avLst>
              <a:gd name="adj" fmla="val 34286"/>
            </a:avLst>
          </a:prstGeom>
          <a:solidFill>
            <a:srgbClr val="F5F6F7"/>
          </a:solidFill>
          <a:ln w="12700">
            <a:solidFill>
              <a:srgbClr val="F5F6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599846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REMAINS THE DEFAULT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04488" y="59801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Per-alias SQL Server settings work in the PoC; a supported AAP-wide install choice is future work.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sprint demo | 14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E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20624"/>
            <a:ext cx="109728" cy="10972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3703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SERVICE ON SQL SERVER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3504" y="70408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PoC to a supported backend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work is about defining the contract, expanding coverage, and validating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" y="1874520"/>
            <a:ext cx="3456432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139696"/>
            <a:ext cx="566928" cy="566928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29443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migration history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2104" y="358444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PostgreSQL history intact. Add a clear SQL Server migration path selected by backend. Revisit the PoC edits to historical migrations.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32104" y="4507992"/>
            <a:ext cx="2331720" cy="292608"/>
          </a:xfrm>
          <a:prstGeom prst="roundRect">
            <a:avLst>
              <a:gd name="adj" fmla="val 37500"/>
            </a:avLst>
          </a:prstGeom>
          <a:solidFill>
            <a:srgbClr val="F5F6F7"/>
          </a:solidFill>
          <a:ln w="12700">
            <a:solidFill>
              <a:srgbClr val="F5F6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+ UPGRADES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3456432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139696"/>
            <a:ext cx="566928" cy="566928"/>
          </a:xfrm>
          <a:prstGeom prst="ellipse">
            <a:avLst/>
          </a:prstGeom>
          <a:solidFill>
            <a:srgbClr val="151515"/>
          </a:solidFill>
          <a:ln w="12700">
            <a:solidFill>
              <a:srgbClr val="15151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29443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data-path coverage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0" y="358444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the AWX fixture to a representative SQL Server schema. Port and test the remaining metrics-utility collectors and service queries.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4572000" y="4507992"/>
            <a:ext cx="2331720" cy="292608"/>
          </a:xfrm>
          <a:prstGeom prst="roundRect">
            <a:avLst>
              <a:gd name="adj" fmla="val 37500"/>
            </a:avLst>
          </a:prstGeom>
          <a:solidFill>
            <a:srgbClr val="F5F6F7"/>
          </a:solidFill>
          <a:ln w="12700">
            <a:solidFill>
              <a:srgbClr val="F5F6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COLLECTORS + AWX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83296" y="1874520"/>
            <a:ext cx="3456432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1430">
            <a:solidFill>
              <a:srgbClr val="D5D8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2139696"/>
            <a:ext cx="566928" cy="566928"/>
          </a:xfrm>
          <a:prstGeom prst="ellipse">
            <a:avLst/>
          </a:prstGeom>
          <a:solidFill>
            <a:srgbClr val="151515"/>
          </a:solidFill>
          <a:ln w="12700">
            <a:solidFill>
              <a:srgbClr val="15151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189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11896" y="29443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 backend selection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11896" y="358444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installer/configuration choice across components, a PostgreSQL/SQL Server CI matrix, and operational tests for upgrade, load, and recovery.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311896" y="4507992"/>
            <a:ext cx="2331720" cy="292608"/>
          </a:xfrm>
          <a:prstGeom prst="roundRect">
            <a:avLst>
              <a:gd name="adj" fmla="val 37500"/>
            </a:avLst>
          </a:prstGeom>
          <a:solidFill>
            <a:srgbClr val="F5F6F7"/>
          </a:solidFill>
          <a:ln w="12700">
            <a:solidFill>
              <a:srgbClr val="F5F6F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3336" y="4517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+ VALIDATION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" y="5248656"/>
            <a:ext cx="10936224" cy="758952"/>
          </a:xfrm>
          <a:prstGeom prst="roundRect">
            <a:avLst>
              <a:gd name="adj" fmla="val 14458"/>
            </a:avLst>
          </a:prstGeom>
          <a:solidFill>
            <a:srgbClr val="242424"/>
          </a:solidFill>
          <a:ln w="11430">
            <a:solidFill>
              <a:srgbClr val="2424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5431536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PoC proves the seams. A product needs a supported migration and configuration contract.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3504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E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sprint demo | 14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E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Ansible Automation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Metrics Service on SQL Server — PoC Sprint Demo</dc:title>
  <dc:subject>Sprint demo: Metrics Service on Microsoft SQL Server</dc:subject>
  <dc:creator>Metrics Service PoC</dc:creator>
  <cp:lastModifiedBy>Metrics Service PoC</cp:lastModifiedBy>
  <cp:revision>1</cp:revision>
  <dcterms:created xsi:type="dcterms:W3CDTF">2026-10-14T19:05:27Z</dcterms:created>
  <dcterms:modified xsi:type="dcterms:W3CDTF">2026-10-14T19:05:27Z</dcterms:modified>
</cp:coreProperties>
</file>